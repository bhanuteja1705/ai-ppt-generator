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Agriculture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Agriculture involves the cultivation of crops and rearing of animals for food and other products</a:t>
            </a:r>
          </a:p>
          <a:p>
            <a:r>
              <a:t>It is one of the oldest and most fundamental sectors of human activity</a:t>
            </a:r>
          </a:p>
          <a:p>
            <a:r>
              <a:t>Agriculture supports global food security and is crucial for economic development in many countries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agricultural practices rely heavily on technology, including GPS, drones, and precision farming</a:t>
            </a:r>
          </a:p>
          <a:p>
            <a:r>
              <a:t>Crop rotation and sustainable practices help maintain soil health and reduce environmental impact</a:t>
            </a:r>
          </a:p>
          <a:p>
            <a:r>
              <a:t>Irrigation is essential for agriculture in arid and semi-arid regions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Livestock farming provides milk, meat, eggs, and other products</a:t>
            </a:r>
          </a:p>
          <a:p>
            <a:r>
              <a:t>Pesticides and fertilizers are used to increase crop yields and control pests and diseases</a:t>
            </a:r>
          </a:p>
          <a:p>
            <a:r>
              <a:t>Farming is often dependent on weather patterns and can be affected by climate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Agriculture is a major source of employment, especially in rural areas</a:t>
            </a:r>
          </a:p>
          <a:p>
            <a:r>
              <a:t>Genetic modification (GM) technology is used to create crops with desired traits</a:t>
            </a:r>
          </a:p>
          <a:p>
            <a:r>
              <a:t>Farmers must comply with various laws and regulations concerning food safety and environmental protection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